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22  ·  TOPIC 2/10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FOODS THAT BOOST YOUR METABOLISM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"Your metabolism is more controllable than you think."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THERMOGENIC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increases calorie burn through digestion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Chicken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31g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Egg Whites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 kcal · 11g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Salmon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208 kcal · 20g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Turkey Breast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135 kcal · 30g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FIBER-RICH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slows digestion, sustains energy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Lentils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230 kcal · 16g fiber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 Beans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227 kcal · 15g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389 kcal · 11g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Broccoli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 kcal · 2.6g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CAFFEINE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 metabolic stimulants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 Coffee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kcal · 95mg caffeine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 Tea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kcal · 28mg caffeine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Yerba Mate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kcal · 85mg caffeine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Chocolate 85%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170 kcal · 43mg caffeine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METABOLISM-BOOSTING SPICES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activates fat-burning enzymes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Cayenne Pepper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kcal · 0.6g capsaicin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Ginger Root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 kcal · 2g gingerol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Cinnamon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247 kcal · 53g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Turmeric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312 kcal · 3.3g curcumin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2026-05-25T17:45:51Z</dcterms:created>
  <dcterms:modified xsi:type="dcterms:W3CDTF">2026-05-25T17:45:51Z</dcterms:modified>
</cp:coreProperties>
</file>