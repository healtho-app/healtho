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27  ·  TOPIC 7/10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TO EAT FOR BETTER SLEEP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"Bad sleep is often a nutrition problem in disguise."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MELATONIN-RICH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natural sleep signals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 Cherries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kcal · 13.5mg melatonin/100g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Pistachios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562 kcal · 0.23mg melatonin/g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Goji Berries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349 kcal · high melatonin content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 kcal · 0.01mg melatonin/100g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MAGNESIUM-RICH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relaxes muscles and nerves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Pumpkin Seeds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559 kcal · 550mg magnesium/100g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546 kcal · 228mg magnesium/100g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79mg magnesium/100g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579 kcal · 270mg magnesium/100g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TRYPTOPHAN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precursor to sleep hormones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340mg tryptophan/100g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 Milk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 kcal · 75mg tryptophan/100ml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182mg tryptophan/100g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Bananas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 kcal · 11mg tryptophan/100g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TO AVOID AT 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disrupt deep sleep cycles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caffeine/cup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546 kcal · 43mg caffeine/100g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Spicy Foods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raises core body temperature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Sugary Snacks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causes blood sugar spikes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2026-06-29T18:09:57Z</dcterms:created>
  <dcterms:modified xsi:type="dcterms:W3CDTF">2026-06-29T18:09:57Z</dcterms:modified>
</cp:coreProperties>
</file>