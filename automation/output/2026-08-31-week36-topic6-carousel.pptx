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36  ·  TOPIC 6/10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MUSCLE BUILDING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"Muscle isn't just built in the gym — it's built in the kitchen."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9 essential amino acids in one source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Eggs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for the post-workout anabolic window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Whey Protein Isolate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25g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Fish (Tilapia)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Skimmed Milk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83 kcal · 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fuels intense workouts and recovery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103 kcal · 24g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123 kcal · 26g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27g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Wheat Pasta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174 kcal · 37g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soreness and inflammation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Cherry Juice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119 kcal · 28g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 kcal · 14g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 (Ground)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kcal · 2g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2026-08-31T21:21:23Z</dcterms:created>
  <dcterms:modified xsi:type="dcterms:W3CDTF">2026-08-31T21:21:23Z</dcterms:modified>
</cp:coreProperties>
</file>