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29  ·  TOPIC 9/10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FOODS THAT REDUCE BELLY BLOATING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"Bloating is usually food-related — and totally fixable."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ANTI-INFLAMMATORY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reduces gut irritation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Turmeric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 kcal · 3g fiber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Ginger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 kcal · 2g fiber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Pineapple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 kcal · 1.4g fiber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Salmon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208 kcal · 2.6g omega-3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PROBIOTIC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restores gut bacteria balance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59 kcal · 10g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Kimchi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kcal · 1.6g fiber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Sauerkraut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 kcal · 2.9g fiber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Kefir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63 kcal · 3.3g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NATURAL DIURETICS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flushes excess water weight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Cucumber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kcal · 95g water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Watermelon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 kcal · 92g water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Celery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kcal · 95g water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Asparagus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 kcal · 2.1g fiber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DIGESTIVE AIDS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speeds up slow digestion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Papaya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43 kcal · 1.7g fiber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Fennel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 kcal · 3.1g fiber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Banana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 kcal · 2.6g fiber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Peppermint Tea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kcal · 0g sugar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2026-07-13T17:56:45Z</dcterms:created>
  <dcterms:modified xsi:type="dcterms:W3CDTF">2026-07-13T17:56:45Z</dcterms:modified>
</cp:coreProperties>
</file>