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5486400" cy="6858000"/>
  <p:notesSz cx="6858000" cy="5486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image" Target="../media/image-3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image" Target="../media/image-4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image" Target="../media/image-5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26  ·  TOPIC 6/10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4846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MUSCLE BUILDING FOODS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20040" y="3566160"/>
            <a:ext cx="2377440" cy="73152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3730752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5C591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"Muscle isn't just built in the gym — it's built in the kitchen."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" y="619963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Save this for your next grocery run →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COMPLETE PROTEINS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 9 essential amino acids in one source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Chicken Breast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165 kcal · 31g protein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Whole Eggs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155 kcal · 13g protein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Quinoa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120 kcal · 4g protein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Greek Yogurt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100 kcal · 17g protein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FAST-DIGESTING PROTEINS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ideal for the post-workout window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Whey Protein Isolate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120 kcal · 25g protein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Egg Whites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52 kcal · 11g protein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White Fish (Tilapia)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128 kcal · 26g protein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Fat-Free Cottage Cheese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80 kcal · 14g protein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COMPLEX CARB SOURCES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fuels workouts and recovery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Sweet Potato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103 kcal · 24g carbs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Brown Rice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123 kcal · 26g carbs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Oats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389 kcal · 66g carbs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Whole Wheat Pasta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174 kcal · 37g carbs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RECOVERY FOODS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reduces soreness and inflammation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Tart Cherry Juice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119 kcal · 28g carbs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Salmon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208 kcal · 20g protein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Blueberries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57 kcal · 14g carbs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Turmeric Milk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75 kcal · 3g protein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2026-06-22T19:31:19Z</dcterms:created>
  <dcterms:modified xsi:type="dcterms:W3CDTF">2026-06-22T19:31:19Z</dcterms:modified>
</cp:coreProperties>
</file>