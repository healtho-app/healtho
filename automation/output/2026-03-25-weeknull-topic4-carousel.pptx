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null  ·  TOPIC 4/10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FOODS THAT KEEP YOU FULL LONGEST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5C5915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"Stop the 3pm hunger crash for good."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Save this for your next grocery run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HIGH-FIBER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slows stomach emptying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Lentils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230 kcal · 16g fiber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Chia Seeds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138 kcal · 10g fiber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Oatmeal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154 kcal · 4g fiber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Black Beans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227 kcal · 15g fiber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SLOW-DIGESTING PROTEINS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hours of sustained satiety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Chicken Breast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165 kcal · 31g protein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Greek Yogurt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100 kcal · 17g protein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Eggs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144 kcal · 12g protein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Cottage Cheese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98 kcal · 11g protein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HEALTHY FATS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triggers fullness hormones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Avocado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160 kcal · 15g fat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Almonds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164 kcal · 14g fat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Salmon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208 kcal · 13g fat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Peanut Butter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188 kcal · 16g fat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WATER-DENSE VEGETABLES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high volume, low calories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Cucumber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16 kcal · 95% water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Zucchini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17 kcal · 94% water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Celery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14 kcal · 95% water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Spinach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23 kcal · 91% water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2026-03-25T19:20:39Z</dcterms:created>
  <dcterms:modified xsi:type="dcterms:W3CDTF">2026-03-25T19:20:39Z</dcterms:modified>
</cp:coreProperties>
</file>