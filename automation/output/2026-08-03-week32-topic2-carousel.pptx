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32  ·  TOPIC 2/10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BOOST YOUR METABOLISM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"Your metabolism is more controllable than you think."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THERMOGENIC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increases calorie burn through heat production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20g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Turkey Breast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135 kcal · 30g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FIBER-RICH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slows digestion and sustains energy levels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Lentils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116 kcal · 8g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11g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Broccoli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kcal · 3g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Seeds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486 kcal · 34g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CAFFEINE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metabolic stimulants that boost energy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 Coffee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95mg caffeine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Tea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kcal · 28mg caffeine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Yerba Mate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kcal · 85mg caffeine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 85%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kcal · 43mg caffeine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METABOLISM-BOOSTING SPICES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activates fat-burning enzymes naturally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Cayenne Pepper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0.6g capsaicin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Ginger Root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2g gingerol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Cinnamon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247 kcal · 53g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312 kcal · 3g curcumin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2026-08-03T17:52:56Z</dcterms:created>
  <dcterms:modified xsi:type="dcterms:W3CDTF">2026-08-03T17:52:56Z</dcterms:modified>
</cp:coreProperties>
</file>