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5486400" cy="6858000"/>
  <p:notesSz cx="6858000" cy="5486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image" Target="../media/image-3-3.jpeg"/><Relationship Id="rId4" Type="http://schemas.openxmlformats.org/officeDocument/2006/relationships/image" Target="../media/image-3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jpeg"/><Relationship Id="rId4" Type="http://schemas.openxmlformats.org/officeDocument/2006/relationships/image" Target="../media/image-4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image" Target="../media/image-5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F5EDD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274320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  ·  TOPIC 3/10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658368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BEST FOODS FOR FAT LOSS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320040" y="3566160"/>
            <a:ext cx="2377440" cy="73152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3730752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5C5915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"Fat loss isn't about eating less — it's about eating smarter."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20040" y="619963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7A3A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Save this for your next grocery run →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0" y="6601968"/>
            <a:ext cx="5486400" cy="256032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0" y="662025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healtho  ·  @healtho_10k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F5EDD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HIGH-VOLUME LOW-CAL FOODS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07008"/>
            <a:ext cx="4937760" cy="64008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31673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7A3A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fills you up on fewer calories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828800"/>
            <a:ext cx="2395728" cy="2011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2880" y="1828800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Popcorn (Air-Popped)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0040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31 kcal · 1g fiber per cup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792" y="1828800"/>
            <a:ext cx="2395728" cy="20116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907792" y="1828800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044952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Zucchini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044952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044952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17 kcal · 1g fiber per cup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4005072"/>
            <a:ext cx="2395728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82880" y="4005072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20040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Cauliflower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0040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20040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25 kcal · 2g fiber per cup</a:t>
            </a:r>
            <a:endParaRPr lang="en-US" sz="11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792" y="4005072"/>
            <a:ext cx="2395728" cy="201168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907792" y="4005072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3044952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Strawberries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3044952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3044952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49 kcal · 3g fiber per cup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114800" y="6272784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5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0" y="6601968"/>
            <a:ext cx="5486400" cy="256032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0" y="662025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healtho  ·  @healtho_10k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F5EDD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PROTEIN SOURCES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07008"/>
            <a:ext cx="4937760" cy="64008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31673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7A3A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preserves muscle during a deficit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828800"/>
            <a:ext cx="2395728" cy="2011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2880" y="1828800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Chicken Breast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0040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165 kcal · 31g protein per 100g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792" y="1828800"/>
            <a:ext cx="2395728" cy="20116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907792" y="1828800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044952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Greek Yogurt (0%)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044952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044952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59 kcal · 10g protein per 100g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4005072"/>
            <a:ext cx="2395728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82880" y="4005072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20040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Egg Whites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0040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20040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52 kcal · 11g protein per 100g</a:t>
            </a:r>
            <a:endParaRPr lang="en-US" sz="11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792" y="4005072"/>
            <a:ext cx="2395728" cy="201168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907792" y="4005072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3044952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Cod Fillet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3044952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3044952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82 kcal · 18g protein per 100g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114800" y="6272784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5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0" y="6601968"/>
            <a:ext cx="5486400" cy="256032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0" y="662025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healtho  ·  @healtho_10k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F5EDD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FAT-BURNING FOODS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07008"/>
            <a:ext cx="4937760" cy="64008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31673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7A3A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directly supports fat oxidation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828800"/>
            <a:ext cx="2395728" cy="2011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2880" y="1828800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Green Tea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0040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2 kcal · 50mg EGCG per cup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792" y="1828800"/>
            <a:ext cx="2395728" cy="20116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907792" y="1828800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044952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Chili Peppers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044952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044952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18 kcal · 2mg capsaicin per pepper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4005072"/>
            <a:ext cx="2395728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82880" y="4005072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20040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Coffee (Black)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0040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20040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2 kcal · 95mg caffeine per cup</a:t>
            </a:r>
            <a:endParaRPr lang="en-US" sz="11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792" y="4005072"/>
            <a:ext cx="2395728" cy="201168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907792" y="4005072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3044952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Apple Cider Vinegar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3044952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3044952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3 kcal · 5% acetic acid per tbsp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114800" y="6272784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0" y="6601968"/>
            <a:ext cx="5486400" cy="256032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0" y="662025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healtho  ·  @healtho_10k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F5EDD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WATER-DENSE FOODS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07008"/>
            <a:ext cx="4937760" cy="64008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31673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7A3A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suppresses appetite naturally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828800"/>
            <a:ext cx="2395728" cy="2011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2880" y="1828800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Cucumber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0040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16 kcal · 96% water per 100g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792" y="1828800"/>
            <a:ext cx="2395728" cy="20116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907792" y="1828800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044952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Watermelon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044952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044952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30 kcal · 92% water per 100g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4005072"/>
            <a:ext cx="2395728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82880" y="4005072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20040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Celery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0040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20040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14 kcal · 95% water per 100g</a:t>
            </a:r>
            <a:endParaRPr lang="en-US" sz="11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792" y="4005072"/>
            <a:ext cx="2395728" cy="201168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907792" y="4005072"/>
            <a:ext cx="2395728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3044952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Lettuce (Iceberg)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3044952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3044952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ancing Script" pitchFamily="34" charset="0"/>
                <a:ea typeface="Dancing Script" pitchFamily="34" charset="-122"/>
                <a:cs typeface="Dancing Script" pitchFamily="34" charset="-120"/>
              </a:rPr>
              <a:t>14 kcal · 96% water per 100g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114800" y="6272784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0" y="6601968"/>
            <a:ext cx="5486400" cy="256032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0" y="662025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healtho  ·  @healtho_10k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2026-03-24T21:43:49Z</dcterms:created>
  <dcterms:modified xsi:type="dcterms:W3CDTF">2026-03-24T21:43:49Z</dcterms:modified>
</cp:coreProperties>
</file>