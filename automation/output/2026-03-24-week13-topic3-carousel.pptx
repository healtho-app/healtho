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·  TOPIC 3/10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FOODS FOR FAT LOSS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5C5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"Fat loss isn't about eating less — it's about eating smarter."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this for your next grocery run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HIGH-VOLUME LOW-CAL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you up on fewer calories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Popcorn (Air-Popped)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kcal · 1g fiber per cup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Zucchini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kcal · 1g fiber per cup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Cabbage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kcal · 2g fiber per cup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Cauliflower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kcal · 2g fiber per cup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PROTEIN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muscle during a deficit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Breast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kcal · 31g protein per 100g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Yogurt (0%)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kcal · 10g protein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 Whites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kcal · 11g protein per 100g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Fillet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kcal · 18g protein per 100g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FAT-BURNING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supports fat oxidation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Tea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kcal · 50mg EGCG per cup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Chili Peppers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kcal · 144mg capsaicin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(Black)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kcal · 95mg caffeine per cup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Cider Vinegar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kcal · 5% acetic acid per tbsp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WATER-DENSE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suppresses appetite naturally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Cucumber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kcal · 96% water per 100g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Watermelon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kcal · 92% water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kcal · 95% water per 100g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Strawberries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kcal · 91% water per 100g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2026-03-24T21:21:46Z</dcterms:created>
  <dcterms:modified xsi:type="dcterms:W3CDTF">2026-03-24T21:21:46Z</dcterms:modified>
</cp:coreProperties>
</file>