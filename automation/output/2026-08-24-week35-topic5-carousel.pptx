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35  ·  TOPIC 5/10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 CALORIE FOODS ON THE PLANET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"Eat more, weigh less — these foods make it possible."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20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virtually zero calorie cost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0.7g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Lettuce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1.4g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Radishes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30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water, high volume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Tomatoes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kcal · 0.9g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1.2g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0.6g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2.9g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50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nutrient-dense and filling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Broccoli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kcal · 2.8g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Strawberries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kcal · 0.7g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Cauliflower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 kcal · 1.9g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Carrots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 kcal · 0.9g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HIGH-VOLUME SNACK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satisfies cravings guilt-free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Air-Popped Popcorn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1.0g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 Snap Peas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 kcal · 2.8g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Pickles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kcal · 0.3g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Jicama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 kcal · 0.7g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2026-08-24T16:39:18Z</dcterms:created>
  <dcterms:modified xsi:type="dcterms:W3CDTF">2026-08-24T16:39:18Z</dcterms:modified>
</cp:coreProperties>
</file>