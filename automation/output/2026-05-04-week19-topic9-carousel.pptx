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5486400" cy="6858000"/>
  <p:notesSz cx="6858000" cy="5486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19  ·  TOPIC 9/10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658368"/>
            <a:ext cx="484632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FOODS THAT REDUCE BELLY BLOATING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320040" y="3566160"/>
            <a:ext cx="2377440" cy="73152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3730752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5C591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"Bloating is usually food-related — and totally fixable."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0040" y="61996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Save this for your next grocery run →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ANTI-INFLAMMATORY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reduces gut irritation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Turmeric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29 kcal · 3g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Ginger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80 kcal · 2g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Pineapple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50 kcal · 1.4g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Blueberries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57 kcal · 2.4g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PROBIOTIC FOODS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restores gut bacteria balance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Greek Yogurt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59 kcal · 10g protein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Kimchi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kcal · 1.1g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Kefir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63 kcal · 3.3g protein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Sauerkraut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 kcal · 2.9g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NATURAL DIURETICS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flushes excess water weight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Cucumber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kcal · 0.5g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Watermelon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 kcal · 0.4g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Celery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kcal · 1.6g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Asparagus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 kcal · 2.1g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F5EDD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DIGESTIVE AIDS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07008"/>
            <a:ext cx="4937760" cy="64008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1673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B7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speeds up slow digestion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0"/>
            <a:ext cx="2395728" cy="2011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82880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Papaya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320040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43 kcal · 1.7g fiber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92" y="1828800"/>
            <a:ext cx="2395728" cy="20116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907792" y="1828800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044952" y="1993392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Fennel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3044952" y="2651760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044952" y="2743200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 kcal · 3.1g fiber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005072"/>
            <a:ext cx="2395728" cy="201168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82880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20040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Avocado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320040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20040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160 kcal · 6.7g fiber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7792" y="4005072"/>
            <a:ext cx="2395728" cy="201168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2907792" y="4005072"/>
            <a:ext cx="2395728" cy="20116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3044952" y="4169664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Bananas</a:t>
            </a:r>
            <a:endParaRPr lang="en-US" sz="1700" dirty="0"/>
          </a:p>
        </p:txBody>
      </p:sp>
      <p:sp>
        <p:nvSpPr>
          <p:cNvPr id="24" name="Shape 18"/>
          <p:cNvSpPr/>
          <p:nvPr/>
        </p:nvSpPr>
        <p:spPr>
          <a:xfrm>
            <a:off x="3044952" y="4828032"/>
            <a:ext cx="2121408" cy="36576"/>
          </a:xfrm>
          <a:prstGeom prst="rect">
            <a:avLst/>
          </a:prstGeom>
          <a:solidFill>
            <a:srgbClr val="E87D3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044952" y="4919472"/>
            <a:ext cx="21214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 kcal · 2.6g fiber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114800" y="6272784"/>
            <a:ext cx="1143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7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</a:t>
            </a:r>
            <a:endParaRPr lang="en-US" sz="800" dirty="0"/>
          </a:p>
        </p:txBody>
      </p:sp>
      <p:sp>
        <p:nvSpPr>
          <p:cNvPr id="27" name="Shape 21"/>
          <p:cNvSpPr/>
          <p:nvPr/>
        </p:nvSpPr>
        <p:spPr>
          <a:xfrm>
            <a:off x="0" y="6601968"/>
            <a:ext cx="5486400" cy="256032"/>
          </a:xfrm>
          <a:prstGeom prst="rect">
            <a:avLst/>
          </a:prstGeom>
          <a:solidFill>
            <a:srgbClr val="5C591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0" y="6620256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healtho  ·  @healtho_10k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2026-05-04T17:43:26Z</dcterms:created>
  <dcterms:modified xsi:type="dcterms:W3CDTF">2026-05-04T17:43:26Z</dcterms:modified>
</cp:coreProperties>
</file>