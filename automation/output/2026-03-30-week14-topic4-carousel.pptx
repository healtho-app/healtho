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 ·  TOPIC 4/10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KEEP YOU FULL LONGEST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"Stop the 3pm hunger crash for good."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HIGH-FIBER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slows stomach emptying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230 kcal · 16g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Oatmeal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4g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227 kcal · 15g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Seeds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138 kcal · 10g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hours of sustained satiety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13g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fullness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 kcal · 14g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13g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16g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WATER-DENSE VEGETABLES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volume, low calories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95% water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95% water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94% water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91% water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2026-03-30T16:59:31Z</dcterms:created>
  <dcterms:modified xsi:type="dcterms:W3CDTF">2026-03-30T16:59:31Z</dcterms:modified>
</cp:coreProperties>
</file>