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  ·  TOPIC 3/10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BEST FOODS FOR FAT LOSS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5C5915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"Fat loss isn't about eating less — it's about eating smarter."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Save this for your next grocery run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HIGH-VOLUME LOW-CAL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fills you up on fewer calories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Popcorn (Air-Popped)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31 kcal · 1g fiber per cup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Zucchini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17 kcal · 1g fiber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Cabbage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25 kcal · 2.5g fiber per 100g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Cauliflower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25 kcal · 2g fiber per 100g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PROTEIN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preserves muscle during a deficit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Chicken Breast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165 kcal · 31g protein per 100g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Greek Yogurt (0%)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59 kcal · 10g protein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Egg Whites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52 kcal · 11g protein per 100g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Cod Fillet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82 kcal · 18g protein per 100g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FAT-BURNING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directly supports fat oxidation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Green Tea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 kcal · 50mg EGCG per cup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Chili Peppers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40 kcal · 144mg capsaicin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Coffee (Black)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2 kcal · 95mg caffeine per cup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Apple Cider Vinegar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3 kcal · 5% acetic acid per tbsp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WATER-DENSE FOODS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3A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suppresses appetite naturally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Cucumber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15 kcal · 96% water per 100g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Watermelon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30 kcal · 92% water per 100g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Celery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14 kcal · 95% water per 100g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Tomatoes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ancing Script" pitchFamily="34" charset="0"/>
                <a:ea typeface="Dancing Script" pitchFamily="34" charset="-122"/>
                <a:cs typeface="Dancing Script" pitchFamily="34" charset="-120"/>
              </a:rPr>
              <a:t>18 kcal · 95% water per 100g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2026-03-25T19:14:53Z</dcterms:created>
  <dcterms:modified xsi:type="dcterms:W3CDTF">2026-03-25T19:14:53Z</dcterms:modified>
</cp:coreProperties>
</file>