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25  ·  TOPIC 5/10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LOWEST CALORIE FOODS ON THE PLANET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"Eat more, weigh less — these foods make it possible."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20 KCAL PER 100G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virtually zero calorie cost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Cucumber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kcal · 0.7g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Celery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kcal · 0.7g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Iceberg Lettuce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kcal · 0.9g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Radishes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kcal · 0.7g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30 KCAL PER 100G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water, high volume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Zucchini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kcal · 1.2g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Tomatoes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kcal · 0.9g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Spinach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kcal · 2.9g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Watermelon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kcal · 0.6g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50 KCAL PER 100G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nutrient-dense and filling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Strawberries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 kcal · 0.7g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Broccoli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 kcal · 2.8g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Carrots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41 kcal · 0.9g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 (Fat-Free)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 kcal · 9.0g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HIGH-VOLUME SNACK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satisfies cravings guilt-free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Air-Popped Popcorn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 kcal · 1.0g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Sugar Snap Peas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 kcal · 2.8g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Pickles (Dill)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kcal · 0.3g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Jicama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 kcal · 0.7g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2026-06-15T19:50:03Z</dcterms:created>
  <dcterms:modified xsi:type="dcterms:W3CDTF">2026-06-15T19:50:03Z</dcterms:modified>
</cp:coreProperties>
</file>