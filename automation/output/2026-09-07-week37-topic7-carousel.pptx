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37  ·  TOPIC 7/10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TO EAT FOR BETTER SLEEP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"Bad sleep is often a nutrition problem in disguise."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MELATONIN-RICH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triggers natural sleep signals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Tart Cherries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 kcal · 13.5µg melatonin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Pistachios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159 kcal · 233µg melatonin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Goji Berries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kcal · 55µg melatonin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147 kcal · 6.3µg melatonin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MAGNESIUM-RICH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relaxes muscles and nerves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Pumpkin Seeds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151 kcal · 156mg magnesium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kcal · 64mg magnesium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Almonds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164 kcal · 77mg magnesium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Spinach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kcal · 79mg magnesium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TRYPTOPHAN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precursor to sleep hormones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135 kcal · 340mg tryptophan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kcal · 290mg tryptophan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154 kcal · 182mg tryptophan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Bananas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 kcal · 11mg tryptophan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TO AVOID AT NIGHT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disrupt deep sleep cycles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95mg caffeine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kcal · 43mg caffeine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Spicy Wings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320 kcal · high capsaicin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Sugary Cereal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160 kcal · 18g sugar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2026-09-07T19:40:10Z</dcterms:created>
  <dcterms:modified xsi:type="dcterms:W3CDTF">2026-09-07T19:40:10Z</dcterms:modified>
</cp:coreProperties>
</file>