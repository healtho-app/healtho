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5486400" cy="6858000"/>
  <p:notesSz cx="6858000" cy="5486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jpeg"/><Relationship Id="rId3" Type="http://schemas.openxmlformats.org/officeDocument/2006/relationships/image" Target="../media/image-2-3.jpeg"/><Relationship Id="rId4" Type="http://schemas.openxmlformats.org/officeDocument/2006/relationships/image" Target="../media/image-2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jpeg"/><Relationship Id="rId3" Type="http://schemas.openxmlformats.org/officeDocument/2006/relationships/image" Target="../media/image-3-3.jpeg"/><Relationship Id="rId4" Type="http://schemas.openxmlformats.org/officeDocument/2006/relationships/image" Target="../media/image-3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jpeg"/><Relationship Id="rId3" Type="http://schemas.openxmlformats.org/officeDocument/2006/relationships/image" Target="../media/image-4-3.jpe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jpeg"/><Relationship Id="rId3" Type="http://schemas.openxmlformats.org/officeDocument/2006/relationships/image" Target="../media/image-5-3.jpeg"/><Relationship Id="rId4" Type="http://schemas.openxmlformats.org/officeDocument/2006/relationships/image" Target="../media/image-5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F5EDD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74320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B7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40  ·  TOPIC 10/10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658368"/>
            <a:ext cx="484632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BREAKFAST FOODS RANKED BY PROTEIN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320040" y="3566160"/>
            <a:ext cx="2377440" cy="73152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3730752"/>
            <a:ext cx="48463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i="1" dirty="0">
                <a:solidFill>
                  <a:srgbClr val="5C591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"Your breakfast is either working for you or against you."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20040" y="619963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7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Save this for your next grocery run →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0" y="6601968"/>
            <a:ext cx="5486400" cy="256032"/>
          </a:xfrm>
          <a:prstGeom prst="rect">
            <a:avLst/>
          </a:prstGeom>
          <a:solidFill>
            <a:srgbClr val="5C591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6620256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healtho  ·  @healtho_10k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F5EDD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30G+ PROTEIN BREAKFASTS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1207008"/>
            <a:ext cx="4937760" cy="64008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316736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B7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sets the tone for the whole day</a:t>
            </a:r>
            <a:endParaRPr lang="en-US" sz="15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828800"/>
            <a:ext cx="2395728" cy="20116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82880" y="1828800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1993392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4-Egg Omelette with Cheese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320040" y="2651760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0040" y="2743200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450 kcal · 34g protein</a:t>
            </a:r>
            <a:endParaRPr lang="en-US" sz="13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7792" y="1828800"/>
            <a:ext cx="2395728" cy="201168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907792" y="1828800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044952" y="1993392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Greek Yogurt Parfait (300g)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3044952" y="2651760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044952" y="2743200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350 kcal · 32g protein</a:t>
            </a:r>
            <a:endParaRPr lang="en-US" sz="13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4005072"/>
            <a:ext cx="2395728" cy="201168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182880" y="4005072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320040" y="4169664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Protein Pancakes (3 stack)</a:t>
            </a:r>
            <a:endParaRPr lang="en-US" sz="1700" dirty="0"/>
          </a:p>
        </p:txBody>
      </p:sp>
      <p:sp>
        <p:nvSpPr>
          <p:cNvPr id="19" name="Shape 14"/>
          <p:cNvSpPr/>
          <p:nvPr/>
        </p:nvSpPr>
        <p:spPr>
          <a:xfrm>
            <a:off x="320040" y="4828032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320040" y="4919472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380 kcal · 35g protein</a:t>
            </a:r>
            <a:endParaRPr lang="en-US" sz="13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7792" y="4005072"/>
            <a:ext cx="2395728" cy="2011680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2907792" y="4005072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3044952" y="4169664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Cottage Cheese Bowl with Nuts</a:t>
            </a:r>
            <a:endParaRPr lang="en-US" sz="1700" dirty="0"/>
          </a:p>
        </p:txBody>
      </p:sp>
      <p:sp>
        <p:nvSpPr>
          <p:cNvPr id="24" name="Shape 18"/>
          <p:cNvSpPr/>
          <p:nvPr/>
        </p:nvSpPr>
        <p:spPr>
          <a:xfrm>
            <a:off x="3044952" y="4828032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3044952" y="4919472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340 kcal · 31g protein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4114800" y="6272784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7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5</a:t>
            </a:r>
            <a:endParaRPr lang="en-US" sz="800" dirty="0"/>
          </a:p>
        </p:txBody>
      </p:sp>
      <p:sp>
        <p:nvSpPr>
          <p:cNvPr id="27" name="Shape 21"/>
          <p:cNvSpPr/>
          <p:nvPr/>
        </p:nvSpPr>
        <p:spPr>
          <a:xfrm>
            <a:off x="0" y="6601968"/>
            <a:ext cx="5486400" cy="256032"/>
          </a:xfrm>
          <a:prstGeom prst="rect">
            <a:avLst/>
          </a:prstGeom>
          <a:solidFill>
            <a:srgbClr val="5C591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0" y="6620256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healtho  ·  @healtho_10k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F5EDD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20–30G PROTEIN OPTIONS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1207008"/>
            <a:ext cx="4937760" cy="64008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316736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B7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solid start, easy to make</a:t>
            </a:r>
            <a:endParaRPr lang="en-US" sz="15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828800"/>
            <a:ext cx="2395728" cy="20116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82880" y="1828800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1993392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 Scrambled Eggs on Toast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320040" y="2651760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0040" y="2743200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350 kcal · 24g protein</a:t>
            </a:r>
            <a:endParaRPr lang="en-US" sz="13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7792" y="1828800"/>
            <a:ext cx="2395728" cy="201168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907792" y="1828800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044952" y="1993392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Overnight Oats with Protein Powder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3044952" y="2651760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044952" y="2743200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370 kcal · 27g protein</a:t>
            </a:r>
            <a:endParaRPr lang="en-US" sz="13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4005072"/>
            <a:ext cx="2395728" cy="201168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182880" y="4005072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320040" y="4169664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Turkey Sausage &amp; Egg Muffin</a:t>
            </a:r>
            <a:endParaRPr lang="en-US" sz="1700" dirty="0"/>
          </a:p>
        </p:txBody>
      </p:sp>
      <p:sp>
        <p:nvSpPr>
          <p:cNvPr id="19" name="Shape 14"/>
          <p:cNvSpPr/>
          <p:nvPr/>
        </p:nvSpPr>
        <p:spPr>
          <a:xfrm>
            <a:off x="320040" y="4828032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320040" y="4919472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310 kcal · 22g protein</a:t>
            </a:r>
            <a:endParaRPr lang="en-US" sz="13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7792" y="4005072"/>
            <a:ext cx="2395728" cy="2011680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2907792" y="4005072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3044952" y="4169664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Smoked Salmon Bagel</a:t>
            </a:r>
            <a:endParaRPr lang="en-US" sz="1700" dirty="0"/>
          </a:p>
        </p:txBody>
      </p:sp>
      <p:sp>
        <p:nvSpPr>
          <p:cNvPr id="24" name="Shape 18"/>
          <p:cNvSpPr/>
          <p:nvPr/>
        </p:nvSpPr>
        <p:spPr>
          <a:xfrm>
            <a:off x="3044952" y="4828032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3044952" y="4919472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380 kcal · 25g protein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4114800" y="6272784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7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5</a:t>
            </a:r>
            <a:endParaRPr lang="en-US" sz="800" dirty="0"/>
          </a:p>
        </p:txBody>
      </p:sp>
      <p:sp>
        <p:nvSpPr>
          <p:cNvPr id="27" name="Shape 21"/>
          <p:cNvSpPr/>
          <p:nvPr/>
        </p:nvSpPr>
        <p:spPr>
          <a:xfrm>
            <a:off x="0" y="6601968"/>
            <a:ext cx="5486400" cy="256032"/>
          </a:xfrm>
          <a:prstGeom prst="rect">
            <a:avLst/>
          </a:prstGeom>
          <a:solidFill>
            <a:srgbClr val="5C591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0" y="6620256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healtho  ·  @healtho_10k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F5EDD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10–20G PROTEIN OPTIONS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1207008"/>
            <a:ext cx="4937760" cy="64008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316736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B7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better than most who skip it</a:t>
            </a:r>
            <a:endParaRPr lang="en-US" sz="15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828800"/>
            <a:ext cx="2395728" cy="20116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82880" y="1828800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1993392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 Boiled Eggs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320040" y="2651760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0040" y="2743200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140 kcal · 12g protein</a:t>
            </a:r>
            <a:endParaRPr lang="en-US" sz="13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7792" y="1828800"/>
            <a:ext cx="2395728" cy="201168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907792" y="1828800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044952" y="1993392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Peanut Butter Toast (2 slices)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3044952" y="2651760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044952" y="2743200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320 kcal · 14g protein</a:t>
            </a:r>
            <a:endParaRPr lang="en-US" sz="13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4005072"/>
            <a:ext cx="2395728" cy="201168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182880" y="4005072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320040" y="4169664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Regular Oatmeal with Milk</a:t>
            </a:r>
            <a:endParaRPr lang="en-US" sz="1700" dirty="0"/>
          </a:p>
        </p:txBody>
      </p:sp>
      <p:sp>
        <p:nvSpPr>
          <p:cNvPr id="19" name="Shape 14"/>
          <p:cNvSpPr/>
          <p:nvPr/>
        </p:nvSpPr>
        <p:spPr>
          <a:xfrm>
            <a:off x="320040" y="4828032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320040" y="4919472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250 kcal · 11g protein</a:t>
            </a:r>
            <a:endParaRPr lang="en-US" sz="13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7792" y="4005072"/>
            <a:ext cx="2395728" cy="2011680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2907792" y="4005072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3044952" y="4169664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Avocado Toast with 1 Egg</a:t>
            </a:r>
            <a:endParaRPr lang="en-US" sz="1700" dirty="0"/>
          </a:p>
        </p:txBody>
      </p:sp>
      <p:sp>
        <p:nvSpPr>
          <p:cNvPr id="24" name="Shape 18"/>
          <p:cNvSpPr/>
          <p:nvPr/>
        </p:nvSpPr>
        <p:spPr>
          <a:xfrm>
            <a:off x="3044952" y="4828032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3044952" y="4919472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280 kcal · 13g protein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4114800" y="6272784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7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5</a:t>
            </a:r>
            <a:endParaRPr lang="en-US" sz="800" dirty="0"/>
          </a:p>
        </p:txBody>
      </p:sp>
      <p:sp>
        <p:nvSpPr>
          <p:cNvPr id="27" name="Shape 21"/>
          <p:cNvSpPr/>
          <p:nvPr/>
        </p:nvSpPr>
        <p:spPr>
          <a:xfrm>
            <a:off x="0" y="6601968"/>
            <a:ext cx="5486400" cy="256032"/>
          </a:xfrm>
          <a:prstGeom prst="rect">
            <a:avLst/>
          </a:prstGeom>
          <a:solidFill>
            <a:srgbClr val="5C591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0" y="6620256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healtho  ·  @healtho_10k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F5EDD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HIGH-SUGAR BREAKFASTS TO AVOID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1207008"/>
            <a:ext cx="4937760" cy="64008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316736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B7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these spike blood sugar fast</a:t>
            </a:r>
            <a:endParaRPr lang="en-US" sz="15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828800"/>
            <a:ext cx="2395728" cy="20116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82880" y="1828800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1993392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Frosted Pop-Tarts (2 pastries)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320040" y="2651760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0040" y="2743200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400 kcal · 4g protein</a:t>
            </a:r>
            <a:endParaRPr lang="en-US" sz="13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7792" y="1828800"/>
            <a:ext cx="2395728" cy="201168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907792" y="1828800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044952" y="1993392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Sugary Cereal with Skim Milk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3044952" y="2651760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044952" y="2743200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280 kcal · 5g protein</a:t>
            </a:r>
            <a:endParaRPr lang="en-US" sz="13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4005072"/>
            <a:ext cx="2395728" cy="201168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182880" y="4005072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320040" y="4169664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Chocolate Chip Muffin</a:t>
            </a:r>
            <a:endParaRPr lang="en-US" sz="1700" dirty="0"/>
          </a:p>
        </p:txBody>
      </p:sp>
      <p:sp>
        <p:nvSpPr>
          <p:cNvPr id="19" name="Shape 14"/>
          <p:cNvSpPr/>
          <p:nvPr/>
        </p:nvSpPr>
        <p:spPr>
          <a:xfrm>
            <a:off x="320040" y="4828032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320040" y="4919472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450 kcal · 5g protein</a:t>
            </a:r>
            <a:endParaRPr lang="en-US" sz="13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7792" y="4005072"/>
            <a:ext cx="2395728" cy="2011680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2907792" y="4005072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3044952" y="4169664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Pancakes with Syrup (no eggs)</a:t>
            </a:r>
            <a:endParaRPr lang="en-US" sz="1700" dirty="0"/>
          </a:p>
        </p:txBody>
      </p:sp>
      <p:sp>
        <p:nvSpPr>
          <p:cNvPr id="24" name="Shape 18"/>
          <p:cNvSpPr/>
          <p:nvPr/>
        </p:nvSpPr>
        <p:spPr>
          <a:xfrm>
            <a:off x="3044952" y="4828032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3044952" y="4919472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520 kcal · 6g protein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4114800" y="6272784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7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5</a:t>
            </a:r>
            <a:endParaRPr lang="en-US" sz="800" dirty="0"/>
          </a:p>
        </p:txBody>
      </p:sp>
      <p:sp>
        <p:nvSpPr>
          <p:cNvPr id="27" name="Shape 21"/>
          <p:cNvSpPr/>
          <p:nvPr/>
        </p:nvSpPr>
        <p:spPr>
          <a:xfrm>
            <a:off x="0" y="6601968"/>
            <a:ext cx="5486400" cy="256032"/>
          </a:xfrm>
          <a:prstGeom prst="rect">
            <a:avLst/>
          </a:prstGeom>
          <a:solidFill>
            <a:srgbClr val="5C591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0" y="6620256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healtho  ·  @healtho_10k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2026-09-28T21:38:47Z</dcterms:created>
  <dcterms:modified xsi:type="dcterms:W3CDTF">2026-09-28T21:38:47Z</dcterms:modified>
</cp:coreProperties>
</file>