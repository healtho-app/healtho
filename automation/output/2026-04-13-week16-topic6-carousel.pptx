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5486400" cy="6858000"/>
  <p:notesSz cx="6858000" cy="548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16  ·  TOPIC 6/10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MUSCLE BUILDING FOODS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" y="3566160"/>
            <a:ext cx="2377440" cy="73152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730752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5C591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"Muscle isn't just built in the gym — it's built in the kitchen."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61996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 this for your next grocery run 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 PROTEINS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9 essential amino acids in one source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Chicken Breast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165 kcal · 31g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Whole Eggs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155 kcal · 13g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Quinoa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120 kcal · 4g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Greek Yogurt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 kcal · 17g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FAST-DIGESTING PROTEINS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ideal for the post-workout window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Whey Protein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120 kcal · 25g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Egg Whites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52 kcal · 11g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White Fish (Tilapia)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128 kcal · 26g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Fat-Free Cottage Cheese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80 kcal · 14g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COMPLEX CARB SOURCES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fuels workouts and recovery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Sweet Potato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103 kcal · 24g carbs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Brown Rice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123 kcal · 26g carbs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Oatmeal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154 kcal · 27g carbs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Whole Wheat Pasta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174 kcal · 37g carbs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RECOVERY FOODS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reduces soreness and inflammation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Tart Cherry Juice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117 kcal · 28g carbs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Salmon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208 kcal · 20g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Blueberries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57 kcal · 14g carbs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Turmeric Golden Milk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75 kcal · 3g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2026-04-13T17:06:35Z</dcterms:created>
  <dcterms:modified xsi:type="dcterms:W3CDTF">2026-04-13T17:06:35Z</dcterms:modified>
</cp:coreProperties>
</file>