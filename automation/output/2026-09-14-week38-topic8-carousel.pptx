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5486400" cy="6858000"/>
  <p:notesSz cx="6858000" cy="5486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jpeg"/><Relationship Id="rId3" Type="http://schemas.openxmlformats.org/officeDocument/2006/relationships/image" Target="../media/image-2-3.jpe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jpeg"/><Relationship Id="rId3" Type="http://schemas.openxmlformats.org/officeDocument/2006/relationships/image" Target="../media/image-3-3.jpeg"/><Relationship Id="rId4" Type="http://schemas.openxmlformats.org/officeDocument/2006/relationships/image" Target="../media/image-3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jpeg"/><Relationship Id="rId3" Type="http://schemas.openxmlformats.org/officeDocument/2006/relationships/image" Target="../media/image-4-3.jpeg"/><Relationship Id="rId4" Type="http://schemas.openxmlformats.org/officeDocument/2006/relationships/image" Target="../media/image-4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jpeg"/><Relationship Id="rId3" Type="http://schemas.openxmlformats.org/officeDocument/2006/relationships/image" Target="../media/image-5-3.jpeg"/><Relationship Id="rId4" Type="http://schemas.openxmlformats.org/officeDocument/2006/relationships/image" Target="../media/image-5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38  ·  TOPIC 8/10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48463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HIGH CALORIE HEALTHY FOODS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320040" y="3566160"/>
            <a:ext cx="2377440" cy="73152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3730752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i="1" dirty="0">
                <a:solidFill>
                  <a:srgbClr val="5C591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"Gaining weight the healthy way is harder than it looks."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20040" y="619963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7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Save this for your next grocery run →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CALORIE-DENSE NUTS &amp; SEEDS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207008"/>
            <a:ext cx="4937760" cy="64008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1673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7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healthy fats and micronutrients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828800"/>
            <a:ext cx="2395728" cy="2011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Almonds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320040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579 kcal · 21g protein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792" y="1828800"/>
            <a:ext cx="2395728" cy="20116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907792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044952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Walnuts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3044952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044952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654 kcal · 15g protein</a:t>
            </a:r>
            <a:endParaRPr lang="en-US" sz="13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005072"/>
            <a:ext cx="2395728" cy="20116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182880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20040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Sunflower Seeds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320040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20040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584 kcal · 21g protein</a:t>
            </a:r>
            <a:endParaRPr lang="en-US" sz="13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7792" y="4005072"/>
            <a:ext cx="2395728" cy="201168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2907792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3044952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Cashews</a:t>
            </a:r>
            <a:endParaRPr lang="en-US" sz="1700" dirty="0"/>
          </a:p>
        </p:txBody>
      </p:sp>
      <p:sp>
        <p:nvSpPr>
          <p:cNvPr id="24" name="Shape 18"/>
          <p:cNvSpPr/>
          <p:nvPr/>
        </p:nvSpPr>
        <p:spPr>
          <a:xfrm>
            <a:off x="3044952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044952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553 kcal · 18g protein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114800" y="6272784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5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HEALTHY FATS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207008"/>
            <a:ext cx="4937760" cy="64008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1673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7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 kcal per gram, nutrient-rich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828800"/>
            <a:ext cx="2395728" cy="2011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Avocado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320040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160 kcal · 15g fat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792" y="1828800"/>
            <a:ext cx="2395728" cy="20116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907792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044952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Extra Virgin Olive Oil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3044952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044952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884 kcal · 100g fat</a:t>
            </a:r>
            <a:endParaRPr lang="en-US" sz="13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005072"/>
            <a:ext cx="2395728" cy="20116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182880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20040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Dark Chocolate 85%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320040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20040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604 kcal · 43g fat</a:t>
            </a:r>
            <a:endParaRPr lang="en-US" sz="13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7792" y="4005072"/>
            <a:ext cx="2395728" cy="201168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2907792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3044952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Coconut Meat</a:t>
            </a:r>
            <a:endParaRPr lang="en-US" sz="1700" dirty="0"/>
          </a:p>
        </p:txBody>
      </p:sp>
      <p:sp>
        <p:nvSpPr>
          <p:cNvPr id="24" name="Shape 18"/>
          <p:cNvSpPr/>
          <p:nvPr/>
        </p:nvSpPr>
        <p:spPr>
          <a:xfrm>
            <a:off x="3044952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044952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354 kcal · 33g fat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114800" y="6272784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5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COMPLEX CARBOHYDRATES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207008"/>
            <a:ext cx="4937760" cy="64008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1673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7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sustained energy for training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828800"/>
            <a:ext cx="2395728" cy="2011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Oats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320040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389 kcal · 66g carbs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792" y="1828800"/>
            <a:ext cx="2395728" cy="20116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907792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044952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Sweet Potato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3044952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044952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86 kcal · 20g carbs</a:t>
            </a:r>
            <a:endParaRPr lang="en-US" sz="13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005072"/>
            <a:ext cx="2395728" cy="20116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182880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20040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Brown Rice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320040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20040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370 kcal · 77g carbs</a:t>
            </a:r>
            <a:endParaRPr lang="en-US" sz="13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7792" y="4005072"/>
            <a:ext cx="2395728" cy="201168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2907792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3044952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Quinoa</a:t>
            </a:r>
            <a:endParaRPr lang="en-US" sz="1700" dirty="0"/>
          </a:p>
        </p:txBody>
      </p:sp>
      <p:sp>
        <p:nvSpPr>
          <p:cNvPr id="24" name="Shape 18"/>
          <p:cNvSpPr/>
          <p:nvPr/>
        </p:nvSpPr>
        <p:spPr>
          <a:xfrm>
            <a:off x="3044952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044952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368 kcal · 64g carbs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114800" y="6272784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5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PROTEIN-DENSE DAIRY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207008"/>
            <a:ext cx="4937760" cy="64008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1673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7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calories plus muscle support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828800"/>
            <a:ext cx="2395728" cy="2011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Whole Milk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320040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149 kcal · 8g protein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792" y="1828800"/>
            <a:ext cx="2395728" cy="20116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907792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044952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Greek Yogurt (Full Fat)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3044952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044952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97 kcal · 9g protein</a:t>
            </a:r>
            <a:endParaRPr lang="en-US" sz="13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005072"/>
            <a:ext cx="2395728" cy="20116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182880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20040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Cheddar Cheese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320040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20040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403 kcal · 25g protein</a:t>
            </a:r>
            <a:endParaRPr lang="en-US" sz="13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7792" y="4005072"/>
            <a:ext cx="2395728" cy="201168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2907792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3044952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Cottage Cheese</a:t>
            </a:r>
            <a:endParaRPr lang="en-US" sz="1700" dirty="0"/>
          </a:p>
        </p:txBody>
      </p:sp>
      <p:sp>
        <p:nvSpPr>
          <p:cNvPr id="24" name="Shape 18"/>
          <p:cNvSpPr/>
          <p:nvPr/>
        </p:nvSpPr>
        <p:spPr>
          <a:xfrm>
            <a:off x="3044952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044952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98 kcal · 11g protein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114800" y="6272784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5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2026-09-14T20:11:15Z</dcterms:created>
  <dcterms:modified xsi:type="dcterms:W3CDTF">2026-09-14T20:11:15Z</dcterms:modified>
</cp:coreProperties>
</file>