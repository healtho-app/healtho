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21  ·  TOPIC 1/10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PROTEIN FOODS UNDER 200 CALORIES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 don't need to overeat to hit your protein goals."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LEAN MEATS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muscle, keeps you full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30g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Pork Tenderloin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26g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Bison Steak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28g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fiber-rich and cholesterol-free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Edamame (1 cup)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188 kcal · 18g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Beans (1 cup)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114 kcal · 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Tempeh (100g)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192 kcal · 20g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 (1 cup cooked)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12g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DAIRY &amp; EGGS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amino acid profiles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(200g)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130 kcal · 20g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 (1 cup)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183 kcal · 24g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Eggs (3 large)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198 kcal · 18g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Skyr (170g)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110 kcal · 19g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SEAFOOD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omega-3s plus high protein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Shrimp (150g)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 kcal · 35g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Tuna (1 can drained)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179 kcal · 39g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 Fillet (170g)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140 kcal · 32g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 (100g)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182 kcal · 25g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2026-05-18T18:02:19Z</dcterms:created>
  <dcterms:modified xsi:type="dcterms:W3CDTF">2026-05-18T18:02:19Z</dcterms:modified>
</cp:coreProperties>
</file>