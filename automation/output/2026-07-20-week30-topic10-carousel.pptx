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30  ·  TOPIC 10/10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BREAKFAST FOODS RANKED BY PROTEIN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"Your breakfast is either working for you or against you."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30G+ PROTEIN BREAKFASTS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sets the tone for the whole day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4-Egg Omelette with Cheese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450 kcal · 34g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Parfait (300g)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380 kcal · 32g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Protein Pancakes (3 stack)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420 kcal · 35g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 Bowl with Nuts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350 kcal · 31g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20–30G PROTEIN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solid start, easy to make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Scrambled Eggs on Toast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370 kcal · 24g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Overnight Oats with Protein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340 kcal · 25g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Smoked Salmon Bagel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380 kcal · 22g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Turkey Sausage &amp; Egg Muffin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350 kcal · 26g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10–20G PROTEIN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than most who skip it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Boiled Eggs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155 kcal · 13g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Peanut Butter Toast (2 slices)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320 kcal · 12g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 Oatmeal with Milk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 kcal · 11g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Avocado Toast with 1 Egg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290 kcal · 10g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HIGH-SUGAR BREAKFASTS TO AVOID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spike blood sugar fast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Frosted Cereal with Milk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310 kcal · 4g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Chocolate Chip Muffin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450 kcal · 5g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Syrup-Loaded Pancakes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520 kcal · 6g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Store-Bought Acai Bowl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490 kcal · 3g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2026-07-20T18:05:40Z</dcterms:created>
  <dcterms:modified xsi:type="dcterms:W3CDTF">2026-07-20T18:05:40Z</dcterms:modified>
</cp:coreProperties>
</file>