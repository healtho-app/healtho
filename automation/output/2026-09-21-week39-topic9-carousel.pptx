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39  ·  TOPIC 9/10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REDUCE BELLY BLOATING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"Bloating is usually food-related — and totally fixable."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ANTI-INFLAMMATORY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gut irritation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kcal · 3g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Ginger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2g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Pineapple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1.4g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Blueberries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 kcal · 2.4g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PROBIOTIC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restores gut bacteria balance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kcal · 10g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Kimchi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1.1g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Kefir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 kcal · 3.5g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Sauerkraut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kcal · 2.9g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DIURETICS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flushes excess water weight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0.5g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0.4g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1.6g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Asparagus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kcal · 2.1g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DIGESTIVE AIDS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speeds up slow digestion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Papaya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 kcal · 1.7g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Fennel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3.1g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2.6g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6.7g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2026-09-21T20:18:25Z</dcterms:created>
  <dcterms:modified xsi:type="dcterms:W3CDTF">2026-09-21T20:18:25Z</dcterms:modified>
</cp:coreProperties>
</file>