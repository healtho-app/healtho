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41  ·  TOPIC 1/10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PROTEIN FOODS UNDER 200 CALORIES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 don't need to overeat to hit your protein goals."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LEAN MEATS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muscle, keeps you full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Breast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135 kcal · 30g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Pork Tenderloin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26g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Bison Steak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28g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fiber-rich and cholesterol-free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Edamame (1 cup)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188 kcal · 18g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Lentils (¾ cup)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13g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Tempeh (3 oz)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162 kcal · 17g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Beans (¾ cup)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11g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DAIRY &amp; EGGS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amino acid profiles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(1 cup)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130 kcal · 22g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 (¾ cup)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24g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Large Eggs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198 kcal · 18g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Skyr (¾ cup)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17g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SEAFOOD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omega-3s plus high protein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Shrimp (6 oz)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36g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Tuna (4 oz canned)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28g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 Fillet (3 oz)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177 kcal · 25g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 Fillet (5 oz)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148 kcal · 32g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2026-10-05T22:21:32Z</dcterms:created>
  <dcterms:modified xsi:type="dcterms:W3CDTF">2026-10-05T22:21:32Z</dcterms:modified>
</cp:coreProperties>
</file>