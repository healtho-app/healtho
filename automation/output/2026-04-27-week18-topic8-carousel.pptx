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  ·  TOPIC 8/10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CALORIE HEALTHY FOODS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"Gaining weight the healthy way is harder than it looks."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CALORIE-DENSE NUTS &amp; SEEDS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 and micronutrients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Macadamia Nuts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718 kcal · 76g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Walnuts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654 kcal · 65g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Sunflower Seeds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584 kcal · 51g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579 kcal · 50g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kcal per gram, nutrient-rich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 Virgin Olive Oil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884 kcal · 100g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15g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 85%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604 kcal · 43g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Coconut Meat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354 kcal · 33g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CARBOHYDRATES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sustained energy for training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66g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Quinoa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368 kcal · 64g carbs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Sweet Potato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 kcal · 20g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Brown Rice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362 kcal · 76g carbs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PROTEIN-DENSE DAIRY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calories plus muscle support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Milk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149 kcal · 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(Full Fat)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 kcal · 9g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Cheddar Cheese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403 kcal · 25g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2026-04-27T17:25:13Z</dcterms:created>
  <dcterms:modified xsi:type="dcterms:W3CDTF">2026-04-27T17:25:13Z</dcterms:modified>
</cp:coreProperties>
</file>