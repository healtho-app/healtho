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24  ·  TOPIC 4/10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FOODS THAT KEEP YOU FULL LONGEST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"Stop the 3pm hunger crash for good."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HIGH-FIBER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slows stomach emptying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Lentils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230 kcal · 16g fiber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Black Beans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227 kcal · 15g fiber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Oatmeal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154 kcal · 4g fiber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Chia Seeds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138 kcal · 10g fiber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SLOW-DIGESTING PROTEINS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hours of sustained satiety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Chicken Breast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165 kcal · 31g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 kcal · 17g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Eggs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143 kcal · 13g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Cottage Cheese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98 kcal · 11g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HEALTHY FATS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triggers fullness hormones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Avocado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160 kcal · 15g fat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Almonds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164 kcal · 14g fat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Salmon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208 kcal · 13g fat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Peanut Butter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188 kcal · 16g fat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WATER-DENSE VEGETABLES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volume, low calories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Cucumber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kcal · 95% water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Celery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kcal · 95% water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Zucchini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 kcal · 94% water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Spinach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 kcal · 91% water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2026-06-08T18:27:43Z</dcterms:created>
  <dcterms:modified xsi:type="dcterms:W3CDTF">2026-06-08T18:27:43Z</dcterms:modified>
</cp:coreProperties>
</file>