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5486400" cy="6858000"/>
  <p:notesSz cx="6858000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27432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  ·  TOPIC 3/10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20040" y="658368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FOODS FOR FAT LOSS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20040" y="3566160"/>
            <a:ext cx="2377440" cy="73152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3730752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5C59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"Fat loss isn't about eating less — it's about eating smarter."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20040" y="61996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this for your next grocery run 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HIGH-VOLUME LOW-CAL FOODS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fills you up on fewer calories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Popcorn (Air-Popped)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kcal · 1g fiber per cup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Zucchini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kcal · 1g fiber per 100g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Cauliflower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kcal · 2g fiber per 100g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Spinach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kcal · 2g fiber per 100g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PROTEIN SOURCES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preserves muscle during a deficit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 Breast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 kcal · 31g protein per 100g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Greek Yogurt (0%)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kcal · 10g protein per 100g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 Whites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kcal · 11g protein per 100g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 Fillet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 kcal · 18g protein per 100g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FAT-BURNING FOODS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supports fat oxidation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Tea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kcal · 50mg EGCG per cup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Chili Peppers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kcal · 144mg capsaicin per 100g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Coffee (Black)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kcal · 95mg caffeine per cup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Cider Vinegar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kcal · 5% acetic acid per tbsp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6858000"/>
          </a:xfrm>
          <a:prstGeom prst="rect">
            <a:avLst/>
          </a:prstGeom>
          <a:solidFill>
            <a:srgbClr val="F5EDD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WATER-DENSE FOODS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07008"/>
            <a:ext cx="4937760" cy="64008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31673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appetite naturally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Cucumber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kcal · 96% water per 100g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199339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Watermelon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044952" y="2651760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44952" y="2743200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kcal · 92% water per 100g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kcal · 95% water per 100g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07792" y="4005072"/>
            <a:ext cx="2395728" cy="2011680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44952" y="4169664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Strawberries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44952" y="4828032"/>
            <a:ext cx="2121408" cy="36576"/>
          </a:xfrm>
          <a:prstGeom prst="rect">
            <a:avLst/>
          </a:prstGeom>
          <a:solidFill>
            <a:srgbClr val="E87D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44952" y="4919472"/>
            <a:ext cx="212140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kcal · 91% water per 100g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6272784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7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6601968"/>
            <a:ext cx="5486400" cy="256032"/>
          </a:xfrm>
          <a:prstGeom prst="rect">
            <a:avLst/>
          </a:prstGeom>
          <a:solidFill>
            <a:srgbClr val="5C591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healtho  ·  @healtho_10k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2026-03-24T21:03:13Z</dcterms:created>
  <dcterms:modified xsi:type="dcterms:W3CDTF">2026-03-24T21:03:13Z</dcterms:modified>
</cp:coreProperties>
</file>