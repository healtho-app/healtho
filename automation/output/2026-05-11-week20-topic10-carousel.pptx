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20  ·  TOPIC 10/10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BREAKFAST FOODS RANKED BY PROTEIN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"Your breakfast is either working for you or against you."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30G+ PROTEIN BREAKFASTS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sets the tone for the whole day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4-Egg Omelette with Cheese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35g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Parfait with Protein Granola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32g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Sausage &amp; Egg Scramble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410 kcal · 38g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 Pancakes with 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395 kcal · 34g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 start, easy to make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3-Egg Scramble with Toast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350 kcal · 24g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Overnight Oats with Protein Powder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340 kcal · 28g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 Bowl with Fruit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220 kcal · 25g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Smoked Salmon on Whole Wheat Bagel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370 kcal · 22g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10–20G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than most who skip it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Hard-Boiled Eggs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155 kcal · 13g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Peanut Butter on Whole Wheat Toast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270 kcal · 11g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Greek Yogurt Cup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130 kcal · 15g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Oatmeal with Milk and Almonds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285 kcal · 12g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HIGH-SUGAR BREAKFASTS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spike blood sugar fast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Frosted Pop-Tarts (2 pastries)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Chocolate Chip Muffin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Sugary Cereal with Skim Milk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280 kcal · 4g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Pancakes with Maple Syrup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520 kcal · 8g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2026-05-11T17:56:40Z</dcterms:created>
  <dcterms:modified xsi:type="dcterms:W3CDTF">2026-05-11T17:56:40Z</dcterms:modified>
</cp:coreProperties>
</file>