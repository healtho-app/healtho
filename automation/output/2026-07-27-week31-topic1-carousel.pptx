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5486400" cy="6858000"/>
  <p:notesSz cx="68580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pn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31  ·  TOPIC 1/10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PROTEIN FOODS UNDER 200 CALORIES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" y="3566160"/>
            <a:ext cx="2377440" cy="73152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730752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5C591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"You don't need to overeat to hit your protein goals."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6199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 this for your next grocery run 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LEAN MEATS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builds muscle, keeps you full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Chicken Breast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165 kcal · 31g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Turkey Breast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135 kcal · 30g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Pork Tenderloin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143 kcal · 26g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Bison Steak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143 kcal · 28g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PLANT PROTEINS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fiber-rich and cholesterol-free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Edamame (1 cup)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188 kcal · 18g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Black Beans (1 cup)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114 kcal · 8g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Tempeh (3 oz)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162 kcal · 17g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Lentils (1 cup cooked)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165 kcal · 12g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DAIRY &amp; EGGS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 amino acid profiles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Greek Yogurt (1 cup)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 kcal · 17g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Cottage Cheese (1 cup)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183 kcal · 24g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Whole Eggs (3 large)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186 kcal · 18g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Skyr (170g)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110 kcal · 19g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SEAFOOD OPTIONS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omega-3s plus high protein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Shrimp (4 oz)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120 kcal · 23g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Tuna (3 oz canned)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109 kcal · 20g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Salmon Fillet (3 oz)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177 kcal · 25g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 Fillet (4 oz)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93 kcal · 20g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2026-07-27T17:43:55Z</dcterms:created>
  <dcterms:modified xsi:type="dcterms:W3CDTF">2026-07-27T17:43:55Z</dcterms:modified>
</cp:coreProperties>
</file>