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33  ·  TOPIC 3/10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FOODS FOR FAT LOSS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"Fat loss isn't about eating less — it's about eating smarter."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HIGH-VOLUME LOW-CAL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fills you up on fewer calories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Popcorn (Air-Popped)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 kcal · 1g fiber per cup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Zucchini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kcal · 1g fiber per 100g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Cabbage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 kcal · 2g fiber per 100g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Mushrooms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 kcal · 1g fiber per 100g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PROTEIN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preserves muscle during a deficit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 per 100g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(0%)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59 kcal · 10g protein per 100g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 Whites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 kcal · 11g protein per 100g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 Fillet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82 kcal · 18g protein per 100g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FAT-BURNING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directly supports fat oxidation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 Tea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30mg EGCG per cup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Chili Peppers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 kcal · 144mg capsaicin per 100g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(Black)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95mg caffeine per cup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Apple Cider Vinegar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kcal · 5% acetic acid per tbsp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WATER-DENSE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suppresses appetite naturally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Cucumber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kcal · 96% water per 100g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Watermelon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kcal · 92% water per 100g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Celery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kcal · 95% water per 100g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Strawberries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 kcal · 91% water per 100g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2026-08-10T16:55:06Z</dcterms:created>
  <dcterms:modified xsi:type="dcterms:W3CDTF">2026-08-10T16:55:06Z</dcterms:modified>
</cp:coreProperties>
</file>